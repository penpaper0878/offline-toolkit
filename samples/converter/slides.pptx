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 mention the 4.5 percent.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example.com/report" TargetMode="External"/><Relationship Id="rId3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Quarterly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Third quarter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Sales rose *sharply* in Q3 # while costs_fell by 4.5 percent.</a:t>
            </a:r>
          </a:p>
          <a:p>
            <a:r>
              <a:t>नमस्ते दुनिया यह हिंदी पाठ है</a:t>
            </a:r>
          </a:p>
          <a:p>
            <a:r>
              <a:rPr>
                <a:hlinkClick r:id="rId2"/>
              </a:rPr>
              <a:t>Full report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Amounts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20000" y="1440000"/>
          <a:ext cx="5040000" cy="18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0000"/>
                <a:gridCol w="1680000"/>
                <a:gridCol w="1680000"/>
              </a:tblGrid>
              <a:tr h="450000">
                <a:tc gridSpan="3">
                  <a:txBody>
                    <a:bodyPr/>
                    <a:lstStyle/>
                    <a:p>
                      <a:r>
                        <a:t>Regional amounts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450000">
                <a:tc>
                  <a:txBody>
                    <a:bodyPr/>
                    <a:lstStyle/>
                    <a:p>
                      <a:r>
                        <a:rPr sz="1400"/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Amount</a:t>
                      </a:r>
                    </a:p>
                  </a:txBody>
                  <a:tcPr/>
                </a:tc>
              </a:tr>
              <a:tr h="450000">
                <a:tc>
                  <a:txBody>
                    <a:bodyPr/>
                    <a:lstStyle/>
                    <a:p>
                      <a:r>
                        <a:rPr sz="1400"/>
                        <a:t>North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001234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3.50</a:t>
                      </a:r>
                    </a:p>
                  </a:txBody>
                  <a:tcPr/>
                </a:tc>
              </a:tr>
              <a:tr h="450000">
                <a:tc>
                  <a:txBody>
                    <a:bodyPr/>
                    <a:lstStyle/>
                    <a:p>
                      <a:r>
                        <a:rPr sz="1400"/>
                        <a:t>South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004321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12.25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4" name="Picture 3" descr="offi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0000" y="1440000"/>
            <a:ext cx="2160000" cy="1350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